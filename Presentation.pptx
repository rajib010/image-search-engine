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26E387-48B7-4541-B814-335274CAA88F}" v="22" dt="2023-09-30T11:59:33.2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>
        <p:scale>
          <a:sx n="69" d="100"/>
          <a:sy n="69" d="100"/>
        </p:scale>
        <p:origin x="73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ib Pokhrel" userId="0f80518b52c420f3" providerId="LiveId" clId="{5026E387-48B7-4541-B814-335274CAA88F}"/>
    <pc:docChg chg="undo custSel modSld">
      <pc:chgData name="Rajib Pokhrel" userId="0f80518b52c420f3" providerId="LiveId" clId="{5026E387-48B7-4541-B814-335274CAA88F}" dt="2023-09-30T11:59:33.264" v="30"/>
      <pc:docMkLst>
        <pc:docMk/>
      </pc:docMkLst>
      <pc:sldChg chg="modTransition">
        <pc:chgData name="Rajib Pokhrel" userId="0f80518b52c420f3" providerId="LiveId" clId="{5026E387-48B7-4541-B814-335274CAA88F}" dt="2023-09-30T11:59:09.784" v="22"/>
        <pc:sldMkLst>
          <pc:docMk/>
          <pc:sldMk cId="1063709328" sldId="256"/>
        </pc:sldMkLst>
      </pc:sldChg>
      <pc:sldChg chg="modTransition">
        <pc:chgData name="Rajib Pokhrel" userId="0f80518b52c420f3" providerId="LiveId" clId="{5026E387-48B7-4541-B814-335274CAA88F}" dt="2023-09-30T11:59:15.792" v="24"/>
        <pc:sldMkLst>
          <pc:docMk/>
          <pc:sldMk cId="3088330000" sldId="258"/>
        </pc:sldMkLst>
      </pc:sldChg>
      <pc:sldChg chg="modTransition">
        <pc:chgData name="Rajib Pokhrel" userId="0f80518b52c420f3" providerId="LiveId" clId="{5026E387-48B7-4541-B814-335274CAA88F}" dt="2023-09-30T11:59:14.023" v="23"/>
        <pc:sldMkLst>
          <pc:docMk/>
          <pc:sldMk cId="3422075590" sldId="259"/>
        </pc:sldMkLst>
      </pc:sldChg>
      <pc:sldChg chg="modTransition">
        <pc:chgData name="Rajib Pokhrel" userId="0f80518b52c420f3" providerId="LiveId" clId="{5026E387-48B7-4541-B814-335274CAA88F}" dt="2023-09-30T11:59:17.888" v="25"/>
        <pc:sldMkLst>
          <pc:docMk/>
          <pc:sldMk cId="2284424944" sldId="260"/>
        </pc:sldMkLst>
      </pc:sldChg>
      <pc:sldChg chg="modTransition">
        <pc:chgData name="Rajib Pokhrel" userId="0f80518b52c420f3" providerId="LiveId" clId="{5026E387-48B7-4541-B814-335274CAA88F}" dt="2023-09-30T11:59:23.223" v="26"/>
        <pc:sldMkLst>
          <pc:docMk/>
          <pc:sldMk cId="2902903253" sldId="261"/>
        </pc:sldMkLst>
      </pc:sldChg>
      <pc:sldChg chg="modSp mod modTransition">
        <pc:chgData name="Rajib Pokhrel" userId="0f80518b52c420f3" providerId="LiveId" clId="{5026E387-48B7-4541-B814-335274CAA88F}" dt="2023-09-30T11:59:26.439" v="27"/>
        <pc:sldMkLst>
          <pc:docMk/>
          <pc:sldMk cId="3435963944" sldId="262"/>
        </pc:sldMkLst>
        <pc:spChg chg="mod">
          <ac:chgData name="Rajib Pokhrel" userId="0f80518b52c420f3" providerId="LiveId" clId="{5026E387-48B7-4541-B814-335274CAA88F}" dt="2023-09-30T11:57:59.777" v="8" actId="20577"/>
          <ac:spMkLst>
            <pc:docMk/>
            <pc:sldMk cId="3435963944" sldId="262"/>
            <ac:spMk id="3" creationId="{F7751BFE-A07C-380C-51FC-A624BB24B9CD}"/>
          </ac:spMkLst>
        </pc:spChg>
      </pc:sldChg>
      <pc:sldChg chg="modTransition">
        <pc:chgData name="Rajib Pokhrel" userId="0f80518b52c420f3" providerId="LiveId" clId="{5026E387-48B7-4541-B814-335274CAA88F}" dt="2023-09-30T11:59:28.320" v="28"/>
        <pc:sldMkLst>
          <pc:docMk/>
          <pc:sldMk cId="1435134498" sldId="263"/>
        </pc:sldMkLst>
      </pc:sldChg>
      <pc:sldChg chg="modTransition">
        <pc:chgData name="Rajib Pokhrel" userId="0f80518b52c420f3" providerId="LiveId" clId="{5026E387-48B7-4541-B814-335274CAA88F}" dt="2023-09-30T11:59:31.263" v="29"/>
        <pc:sldMkLst>
          <pc:docMk/>
          <pc:sldMk cId="3767964757" sldId="264"/>
        </pc:sldMkLst>
      </pc:sldChg>
      <pc:sldChg chg="modTransition">
        <pc:chgData name="Rajib Pokhrel" userId="0f80518b52c420f3" providerId="LiveId" clId="{5026E387-48B7-4541-B814-335274CAA88F}" dt="2023-09-30T11:59:33.264" v="30"/>
        <pc:sldMkLst>
          <pc:docMk/>
          <pc:sldMk cId="2719348496" sldId="265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A0F71D-9676-41D4-8275-1DB9F32FD7B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3BB67CA2-E758-4A61-A589-ADEAE47C827E}">
      <dgm:prSet/>
      <dgm:spPr/>
      <dgm:t>
        <a:bodyPr/>
        <a:lstStyle/>
        <a:p>
          <a:r>
            <a:rPr lang="en-US" b="0" i="0" dirty="0">
              <a:latin typeface="Google Sans"/>
            </a:rPr>
            <a:t>Double Splash uses the </a:t>
          </a:r>
          <a:r>
            <a:rPr lang="en-US" b="0" i="0" dirty="0" err="1">
              <a:latin typeface="Google Sans"/>
            </a:rPr>
            <a:t>Unsplash</a:t>
          </a:r>
          <a:r>
            <a:rPr lang="en-US" b="0" i="0" dirty="0">
              <a:latin typeface="Google Sans"/>
            </a:rPr>
            <a:t> API to retrieve photos from </a:t>
          </a:r>
          <a:r>
            <a:rPr lang="en-US" b="0" i="0" dirty="0" err="1">
              <a:latin typeface="Google Sans"/>
            </a:rPr>
            <a:t>Unsplash</a:t>
          </a:r>
          <a:r>
            <a:rPr lang="en-US" b="0" i="0" dirty="0">
              <a:latin typeface="Google Sans"/>
            </a:rPr>
            <a:t>. </a:t>
          </a:r>
          <a:r>
            <a:rPr lang="en-US" b="0" i="0" dirty="0" err="1">
              <a:latin typeface="Google Sans"/>
            </a:rPr>
            <a:t>Unsplash</a:t>
          </a:r>
          <a:r>
            <a:rPr lang="en-US" b="0" i="0" dirty="0">
              <a:latin typeface="Google Sans"/>
            </a:rPr>
            <a:t> is a website that provides free, high-quality photos that anyone can use.</a:t>
          </a:r>
          <a:endParaRPr lang="en-US" dirty="0">
            <a:latin typeface="Google Sans"/>
          </a:endParaRPr>
        </a:p>
      </dgm:t>
    </dgm:pt>
    <dgm:pt modelId="{137B725F-918F-4E8B-B008-E3032C582BD1}" type="parTrans" cxnId="{1FEA91F7-FD0B-4CE4-80DD-53DE0BBCD961}">
      <dgm:prSet/>
      <dgm:spPr/>
      <dgm:t>
        <a:bodyPr/>
        <a:lstStyle/>
        <a:p>
          <a:endParaRPr lang="en-US"/>
        </a:p>
      </dgm:t>
    </dgm:pt>
    <dgm:pt modelId="{0FBDA834-1FEE-4EC2-8812-C99ED3AFE379}" type="sibTrans" cxnId="{1FEA91F7-FD0B-4CE4-80DD-53DE0BBCD961}">
      <dgm:prSet/>
      <dgm:spPr/>
      <dgm:t>
        <a:bodyPr/>
        <a:lstStyle/>
        <a:p>
          <a:endParaRPr lang="en-US"/>
        </a:p>
      </dgm:t>
    </dgm:pt>
    <dgm:pt modelId="{8B371B39-5521-4B83-BA21-0CB14FD80261}">
      <dgm:prSet/>
      <dgm:spPr/>
      <dgm:t>
        <a:bodyPr/>
        <a:lstStyle/>
        <a:p>
          <a:r>
            <a:rPr lang="en-US" b="0" i="0" dirty="0">
              <a:latin typeface="Google Sans"/>
            </a:rPr>
            <a:t>When you visit Double Splash, you'll be presented with a grid of photos. You can browse the photos by category, or simply click on a photo to enlarge it.</a:t>
          </a:r>
          <a:endParaRPr lang="en-US" dirty="0">
            <a:latin typeface="Google Sans"/>
          </a:endParaRPr>
        </a:p>
      </dgm:t>
    </dgm:pt>
    <dgm:pt modelId="{CEE909B1-E6C6-4D97-8915-9F1BAE5BD250}" type="parTrans" cxnId="{81DDA774-B0F6-4CF1-8317-5FB9035FF174}">
      <dgm:prSet/>
      <dgm:spPr/>
      <dgm:t>
        <a:bodyPr/>
        <a:lstStyle/>
        <a:p>
          <a:endParaRPr lang="en-US"/>
        </a:p>
      </dgm:t>
    </dgm:pt>
    <dgm:pt modelId="{EA8053F4-479C-4102-B1E0-C7CCF1BF3561}" type="sibTrans" cxnId="{81DDA774-B0F6-4CF1-8317-5FB9035FF174}">
      <dgm:prSet/>
      <dgm:spPr/>
      <dgm:t>
        <a:bodyPr/>
        <a:lstStyle/>
        <a:p>
          <a:endParaRPr lang="en-US"/>
        </a:p>
      </dgm:t>
    </dgm:pt>
    <dgm:pt modelId="{1699BE9E-8376-446F-AAE9-85950516C34D}">
      <dgm:prSet/>
      <dgm:spPr/>
      <dgm:t>
        <a:bodyPr/>
        <a:lstStyle/>
        <a:p>
          <a:r>
            <a:rPr lang="en-US" b="0" i="0" dirty="0">
              <a:latin typeface="Google Sans"/>
            </a:rPr>
            <a:t>If you see a photo that you like, you can download it to your computer or share it on social media.</a:t>
          </a:r>
          <a:endParaRPr lang="en-US" dirty="0">
            <a:latin typeface="Google Sans"/>
          </a:endParaRPr>
        </a:p>
      </dgm:t>
    </dgm:pt>
    <dgm:pt modelId="{A0826476-3E60-44EB-8610-D973E7FB4E24}" type="parTrans" cxnId="{932A97B8-89C0-418E-AA71-3245B753565D}">
      <dgm:prSet/>
      <dgm:spPr/>
      <dgm:t>
        <a:bodyPr/>
        <a:lstStyle/>
        <a:p>
          <a:endParaRPr lang="en-US"/>
        </a:p>
      </dgm:t>
    </dgm:pt>
    <dgm:pt modelId="{99FBED3A-BF17-4DC7-9EB9-6AEAA95D7E85}" type="sibTrans" cxnId="{932A97B8-89C0-418E-AA71-3245B753565D}">
      <dgm:prSet/>
      <dgm:spPr/>
      <dgm:t>
        <a:bodyPr/>
        <a:lstStyle/>
        <a:p>
          <a:endParaRPr lang="en-US"/>
        </a:p>
      </dgm:t>
    </dgm:pt>
    <dgm:pt modelId="{05A08BEB-CDBE-4E60-A971-0C57133BC348}" type="pres">
      <dgm:prSet presAssocID="{5CA0F71D-9676-41D4-8275-1DB9F32FD7BE}" presName="root" presStyleCnt="0">
        <dgm:presLayoutVars>
          <dgm:dir/>
          <dgm:resizeHandles val="exact"/>
        </dgm:presLayoutVars>
      </dgm:prSet>
      <dgm:spPr/>
    </dgm:pt>
    <dgm:pt modelId="{F13060F1-3A59-45B7-8914-1442B78DF12E}" type="pres">
      <dgm:prSet presAssocID="{3BB67CA2-E758-4A61-A589-ADEAE47C827E}" presName="compNode" presStyleCnt="0"/>
      <dgm:spPr/>
    </dgm:pt>
    <dgm:pt modelId="{ECE1A46F-BD41-4415-B414-0BE9C2EE4215}" type="pres">
      <dgm:prSet presAssocID="{3BB67CA2-E758-4A61-A589-ADEAE47C827E}" presName="bgRect" presStyleLbl="bgShp" presStyleIdx="0" presStyleCnt="3"/>
      <dgm:spPr/>
    </dgm:pt>
    <dgm:pt modelId="{E9CC9F63-4E65-4B26-AEF4-0A6FA302447A}" type="pres">
      <dgm:prSet presAssocID="{3BB67CA2-E758-4A61-A589-ADEAE47C827E}" presName="iconRect" presStyleLbl="node1" presStyleIdx="0" presStyleCnt="3" custLinFactNeighborX="10364" custLinFactNeighborY="1287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6C82A63F-EF33-4E91-9F3D-A13F56D194FB}" type="pres">
      <dgm:prSet presAssocID="{3BB67CA2-E758-4A61-A589-ADEAE47C827E}" presName="spaceRect" presStyleCnt="0"/>
      <dgm:spPr/>
    </dgm:pt>
    <dgm:pt modelId="{628839EE-A8B5-4E67-911D-D1F31632EB29}" type="pres">
      <dgm:prSet presAssocID="{3BB67CA2-E758-4A61-A589-ADEAE47C827E}" presName="parTx" presStyleLbl="revTx" presStyleIdx="0" presStyleCnt="3" custLinFactNeighborX="-82" custLinFactNeighborY="-43">
        <dgm:presLayoutVars>
          <dgm:chMax val="0"/>
          <dgm:chPref val="0"/>
        </dgm:presLayoutVars>
      </dgm:prSet>
      <dgm:spPr/>
    </dgm:pt>
    <dgm:pt modelId="{F82558A4-284B-4570-BBBF-F35C190E003A}" type="pres">
      <dgm:prSet presAssocID="{0FBDA834-1FEE-4EC2-8812-C99ED3AFE379}" presName="sibTrans" presStyleCnt="0"/>
      <dgm:spPr/>
    </dgm:pt>
    <dgm:pt modelId="{6664891D-4AAB-4039-BAA3-17EFAD5FE6A5}" type="pres">
      <dgm:prSet presAssocID="{8B371B39-5521-4B83-BA21-0CB14FD80261}" presName="compNode" presStyleCnt="0"/>
      <dgm:spPr/>
    </dgm:pt>
    <dgm:pt modelId="{C7B84390-F06C-4464-9BF7-2061046B5401}" type="pres">
      <dgm:prSet presAssocID="{8B371B39-5521-4B83-BA21-0CB14FD80261}" presName="bgRect" presStyleLbl="bgShp" presStyleIdx="1" presStyleCnt="3"/>
      <dgm:spPr/>
    </dgm:pt>
    <dgm:pt modelId="{928ADC26-EF26-4F8F-B6E8-535DA93A55AB}" type="pres">
      <dgm:prSet presAssocID="{8B371B39-5521-4B83-BA21-0CB14FD8026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"/>
        </a:ext>
      </dgm:extLst>
    </dgm:pt>
    <dgm:pt modelId="{3BA42BD6-BA5F-482C-BF5E-4B46A9B5D07D}" type="pres">
      <dgm:prSet presAssocID="{8B371B39-5521-4B83-BA21-0CB14FD80261}" presName="spaceRect" presStyleCnt="0"/>
      <dgm:spPr/>
    </dgm:pt>
    <dgm:pt modelId="{2D289F79-D415-49E9-A050-B8126EF9BF7B}" type="pres">
      <dgm:prSet presAssocID="{8B371B39-5521-4B83-BA21-0CB14FD80261}" presName="parTx" presStyleLbl="revTx" presStyleIdx="1" presStyleCnt="3">
        <dgm:presLayoutVars>
          <dgm:chMax val="0"/>
          <dgm:chPref val="0"/>
        </dgm:presLayoutVars>
      </dgm:prSet>
      <dgm:spPr/>
    </dgm:pt>
    <dgm:pt modelId="{18E8D385-94D9-4B9E-BAAA-0ECAFBEDBD3E}" type="pres">
      <dgm:prSet presAssocID="{EA8053F4-479C-4102-B1E0-C7CCF1BF3561}" presName="sibTrans" presStyleCnt="0"/>
      <dgm:spPr/>
    </dgm:pt>
    <dgm:pt modelId="{AF65C61F-59FB-4991-8CE9-398A7208BA91}" type="pres">
      <dgm:prSet presAssocID="{1699BE9E-8376-446F-AAE9-85950516C34D}" presName="compNode" presStyleCnt="0"/>
      <dgm:spPr/>
    </dgm:pt>
    <dgm:pt modelId="{9EA319A4-822F-4CBA-8B86-404BBCDCE926}" type="pres">
      <dgm:prSet presAssocID="{1699BE9E-8376-446F-AAE9-85950516C34D}" presName="bgRect" presStyleLbl="bgShp" presStyleIdx="2" presStyleCnt="3" custLinFactNeighborY="43"/>
      <dgm:spPr/>
    </dgm:pt>
    <dgm:pt modelId="{9567B4F5-3964-4B4C-8747-1AFB7C8EA652}" type="pres">
      <dgm:prSet presAssocID="{1699BE9E-8376-446F-AAE9-85950516C34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FD0D6528-CB98-496F-A4BD-FE9622150579}" type="pres">
      <dgm:prSet presAssocID="{1699BE9E-8376-446F-AAE9-85950516C34D}" presName="spaceRect" presStyleCnt="0"/>
      <dgm:spPr/>
    </dgm:pt>
    <dgm:pt modelId="{F2607B66-5099-4228-805C-AEEB033D5B8A}" type="pres">
      <dgm:prSet presAssocID="{1699BE9E-8376-446F-AAE9-85950516C34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1DDA774-B0F6-4CF1-8317-5FB9035FF174}" srcId="{5CA0F71D-9676-41D4-8275-1DB9F32FD7BE}" destId="{8B371B39-5521-4B83-BA21-0CB14FD80261}" srcOrd="1" destOrd="0" parTransId="{CEE909B1-E6C6-4D97-8915-9F1BAE5BD250}" sibTransId="{EA8053F4-479C-4102-B1E0-C7CCF1BF3561}"/>
    <dgm:cxn modelId="{F6161CA5-B9A3-4177-A7CA-87A8C585EE61}" type="presOf" srcId="{8B371B39-5521-4B83-BA21-0CB14FD80261}" destId="{2D289F79-D415-49E9-A050-B8126EF9BF7B}" srcOrd="0" destOrd="0" presId="urn:microsoft.com/office/officeart/2018/2/layout/IconVerticalSolidList"/>
    <dgm:cxn modelId="{A8BD13B2-970D-478C-A055-3967EFBE6505}" type="presOf" srcId="{3BB67CA2-E758-4A61-A589-ADEAE47C827E}" destId="{628839EE-A8B5-4E67-911D-D1F31632EB29}" srcOrd="0" destOrd="0" presId="urn:microsoft.com/office/officeart/2018/2/layout/IconVerticalSolidList"/>
    <dgm:cxn modelId="{932A97B8-89C0-418E-AA71-3245B753565D}" srcId="{5CA0F71D-9676-41D4-8275-1DB9F32FD7BE}" destId="{1699BE9E-8376-446F-AAE9-85950516C34D}" srcOrd="2" destOrd="0" parTransId="{A0826476-3E60-44EB-8610-D973E7FB4E24}" sibTransId="{99FBED3A-BF17-4DC7-9EB9-6AEAA95D7E85}"/>
    <dgm:cxn modelId="{57B1F6C4-E0AF-48A7-8EBE-621501D47FD0}" type="presOf" srcId="{1699BE9E-8376-446F-AAE9-85950516C34D}" destId="{F2607B66-5099-4228-805C-AEEB033D5B8A}" srcOrd="0" destOrd="0" presId="urn:microsoft.com/office/officeart/2018/2/layout/IconVerticalSolidList"/>
    <dgm:cxn modelId="{2D3361E5-305E-4B4B-BC79-B2C3F4A3ADEB}" type="presOf" srcId="{5CA0F71D-9676-41D4-8275-1DB9F32FD7BE}" destId="{05A08BEB-CDBE-4E60-A971-0C57133BC348}" srcOrd="0" destOrd="0" presId="urn:microsoft.com/office/officeart/2018/2/layout/IconVerticalSolidList"/>
    <dgm:cxn modelId="{1FEA91F7-FD0B-4CE4-80DD-53DE0BBCD961}" srcId="{5CA0F71D-9676-41D4-8275-1DB9F32FD7BE}" destId="{3BB67CA2-E758-4A61-A589-ADEAE47C827E}" srcOrd="0" destOrd="0" parTransId="{137B725F-918F-4E8B-B008-E3032C582BD1}" sibTransId="{0FBDA834-1FEE-4EC2-8812-C99ED3AFE379}"/>
    <dgm:cxn modelId="{23F98E93-21B3-4F0E-926D-4079DF1E5242}" type="presParOf" srcId="{05A08BEB-CDBE-4E60-A971-0C57133BC348}" destId="{F13060F1-3A59-45B7-8914-1442B78DF12E}" srcOrd="0" destOrd="0" presId="urn:microsoft.com/office/officeart/2018/2/layout/IconVerticalSolidList"/>
    <dgm:cxn modelId="{CCFF5B5E-322C-4666-B8B6-AFE815616266}" type="presParOf" srcId="{F13060F1-3A59-45B7-8914-1442B78DF12E}" destId="{ECE1A46F-BD41-4415-B414-0BE9C2EE4215}" srcOrd="0" destOrd="0" presId="urn:microsoft.com/office/officeart/2018/2/layout/IconVerticalSolidList"/>
    <dgm:cxn modelId="{C88D6DC0-5A6F-4D5F-BFE4-449F9461C649}" type="presParOf" srcId="{F13060F1-3A59-45B7-8914-1442B78DF12E}" destId="{E9CC9F63-4E65-4B26-AEF4-0A6FA302447A}" srcOrd="1" destOrd="0" presId="urn:microsoft.com/office/officeart/2018/2/layout/IconVerticalSolidList"/>
    <dgm:cxn modelId="{263F19AA-62DA-488E-B571-81009829F127}" type="presParOf" srcId="{F13060F1-3A59-45B7-8914-1442B78DF12E}" destId="{6C82A63F-EF33-4E91-9F3D-A13F56D194FB}" srcOrd="2" destOrd="0" presId="urn:microsoft.com/office/officeart/2018/2/layout/IconVerticalSolidList"/>
    <dgm:cxn modelId="{C7E5285C-C6D3-48EE-90B3-64B9F0EE7D5F}" type="presParOf" srcId="{F13060F1-3A59-45B7-8914-1442B78DF12E}" destId="{628839EE-A8B5-4E67-911D-D1F31632EB29}" srcOrd="3" destOrd="0" presId="urn:microsoft.com/office/officeart/2018/2/layout/IconVerticalSolidList"/>
    <dgm:cxn modelId="{5BCB167C-8BC0-4AAC-B5BE-0A90CEC6E39E}" type="presParOf" srcId="{05A08BEB-CDBE-4E60-A971-0C57133BC348}" destId="{F82558A4-284B-4570-BBBF-F35C190E003A}" srcOrd="1" destOrd="0" presId="urn:microsoft.com/office/officeart/2018/2/layout/IconVerticalSolidList"/>
    <dgm:cxn modelId="{75D13AAF-362F-4F94-BABB-1C8D687D0F0B}" type="presParOf" srcId="{05A08BEB-CDBE-4E60-A971-0C57133BC348}" destId="{6664891D-4AAB-4039-BAA3-17EFAD5FE6A5}" srcOrd="2" destOrd="0" presId="urn:microsoft.com/office/officeart/2018/2/layout/IconVerticalSolidList"/>
    <dgm:cxn modelId="{552CE034-EFF5-4CC7-B64C-7ECCCE83116E}" type="presParOf" srcId="{6664891D-4AAB-4039-BAA3-17EFAD5FE6A5}" destId="{C7B84390-F06C-4464-9BF7-2061046B5401}" srcOrd="0" destOrd="0" presId="urn:microsoft.com/office/officeart/2018/2/layout/IconVerticalSolidList"/>
    <dgm:cxn modelId="{C122D1B7-225E-4272-AEAD-F19AB6F480A8}" type="presParOf" srcId="{6664891D-4AAB-4039-BAA3-17EFAD5FE6A5}" destId="{928ADC26-EF26-4F8F-B6E8-535DA93A55AB}" srcOrd="1" destOrd="0" presId="urn:microsoft.com/office/officeart/2018/2/layout/IconVerticalSolidList"/>
    <dgm:cxn modelId="{765F9989-9C6E-4375-8DF7-C98F00C466F5}" type="presParOf" srcId="{6664891D-4AAB-4039-BAA3-17EFAD5FE6A5}" destId="{3BA42BD6-BA5F-482C-BF5E-4B46A9B5D07D}" srcOrd="2" destOrd="0" presId="urn:microsoft.com/office/officeart/2018/2/layout/IconVerticalSolidList"/>
    <dgm:cxn modelId="{9837207A-AEE8-4A94-86F8-C0D4E9CF1C84}" type="presParOf" srcId="{6664891D-4AAB-4039-BAA3-17EFAD5FE6A5}" destId="{2D289F79-D415-49E9-A050-B8126EF9BF7B}" srcOrd="3" destOrd="0" presId="urn:microsoft.com/office/officeart/2018/2/layout/IconVerticalSolidList"/>
    <dgm:cxn modelId="{2518342E-1CCB-4EBE-A1F0-1891D54BDC2A}" type="presParOf" srcId="{05A08BEB-CDBE-4E60-A971-0C57133BC348}" destId="{18E8D385-94D9-4B9E-BAAA-0ECAFBEDBD3E}" srcOrd="3" destOrd="0" presId="urn:microsoft.com/office/officeart/2018/2/layout/IconVerticalSolidList"/>
    <dgm:cxn modelId="{BE2C7E12-FB3C-4A15-A5D2-14D3D6CB098D}" type="presParOf" srcId="{05A08BEB-CDBE-4E60-A971-0C57133BC348}" destId="{AF65C61F-59FB-4991-8CE9-398A7208BA91}" srcOrd="4" destOrd="0" presId="urn:microsoft.com/office/officeart/2018/2/layout/IconVerticalSolidList"/>
    <dgm:cxn modelId="{317DA2C5-2160-4016-9453-5EB407C56C93}" type="presParOf" srcId="{AF65C61F-59FB-4991-8CE9-398A7208BA91}" destId="{9EA319A4-822F-4CBA-8B86-404BBCDCE926}" srcOrd="0" destOrd="0" presId="urn:microsoft.com/office/officeart/2018/2/layout/IconVerticalSolidList"/>
    <dgm:cxn modelId="{AA0B701A-C678-4664-B008-97A13C964D83}" type="presParOf" srcId="{AF65C61F-59FB-4991-8CE9-398A7208BA91}" destId="{9567B4F5-3964-4B4C-8747-1AFB7C8EA652}" srcOrd="1" destOrd="0" presId="urn:microsoft.com/office/officeart/2018/2/layout/IconVerticalSolidList"/>
    <dgm:cxn modelId="{86729072-DC15-424C-A897-8EBC8AF32ACD}" type="presParOf" srcId="{AF65C61F-59FB-4991-8CE9-398A7208BA91}" destId="{FD0D6528-CB98-496F-A4BD-FE9622150579}" srcOrd="2" destOrd="0" presId="urn:microsoft.com/office/officeart/2018/2/layout/IconVerticalSolidList"/>
    <dgm:cxn modelId="{C655838A-302F-49F3-8E8D-11718225187E}" type="presParOf" srcId="{AF65C61F-59FB-4991-8CE9-398A7208BA91}" destId="{F2607B66-5099-4228-805C-AEEB033D5B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E1A46F-BD41-4415-B414-0BE9C2EE4215}">
      <dsp:nvSpPr>
        <dsp:cNvPr id="0" name=""/>
        <dsp:cNvSpPr/>
      </dsp:nvSpPr>
      <dsp:spPr>
        <a:xfrm>
          <a:off x="0" y="649"/>
          <a:ext cx="9619690" cy="151966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CC9F63-4E65-4B26-AEF4-0A6FA302447A}">
      <dsp:nvSpPr>
        <dsp:cNvPr id="0" name=""/>
        <dsp:cNvSpPr/>
      </dsp:nvSpPr>
      <dsp:spPr>
        <a:xfrm>
          <a:off x="546324" y="450211"/>
          <a:ext cx="835817" cy="8358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839EE-A8B5-4E67-911D-D1F31632EB29}">
      <dsp:nvSpPr>
        <dsp:cNvPr id="0" name=""/>
        <dsp:cNvSpPr/>
      </dsp:nvSpPr>
      <dsp:spPr>
        <a:xfrm>
          <a:off x="1748768" y="0"/>
          <a:ext cx="7864472" cy="1519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832" tIns="160832" rIns="160832" bIns="16083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>
              <a:latin typeface="Google Sans"/>
            </a:rPr>
            <a:t>Double Splash uses the </a:t>
          </a:r>
          <a:r>
            <a:rPr lang="en-US" sz="2500" b="0" i="0" kern="1200" dirty="0" err="1">
              <a:latin typeface="Google Sans"/>
            </a:rPr>
            <a:t>Unsplash</a:t>
          </a:r>
          <a:r>
            <a:rPr lang="en-US" sz="2500" b="0" i="0" kern="1200" dirty="0">
              <a:latin typeface="Google Sans"/>
            </a:rPr>
            <a:t> API to retrieve photos from </a:t>
          </a:r>
          <a:r>
            <a:rPr lang="en-US" sz="2500" b="0" i="0" kern="1200" dirty="0" err="1">
              <a:latin typeface="Google Sans"/>
            </a:rPr>
            <a:t>Unsplash</a:t>
          </a:r>
          <a:r>
            <a:rPr lang="en-US" sz="2500" b="0" i="0" kern="1200" dirty="0">
              <a:latin typeface="Google Sans"/>
            </a:rPr>
            <a:t>. </a:t>
          </a:r>
          <a:r>
            <a:rPr lang="en-US" sz="2500" b="0" i="0" kern="1200" dirty="0" err="1">
              <a:latin typeface="Google Sans"/>
            </a:rPr>
            <a:t>Unsplash</a:t>
          </a:r>
          <a:r>
            <a:rPr lang="en-US" sz="2500" b="0" i="0" kern="1200" dirty="0">
              <a:latin typeface="Google Sans"/>
            </a:rPr>
            <a:t> is a website that provides free, high-quality photos that anyone can use.</a:t>
          </a:r>
          <a:endParaRPr lang="en-US" sz="2500" kern="1200" dirty="0">
            <a:latin typeface="Google Sans"/>
          </a:endParaRPr>
        </a:p>
      </dsp:txBody>
      <dsp:txXfrm>
        <a:off x="1748768" y="0"/>
        <a:ext cx="7864472" cy="1519668"/>
      </dsp:txXfrm>
    </dsp:sp>
    <dsp:sp modelId="{C7B84390-F06C-4464-9BF7-2061046B5401}">
      <dsp:nvSpPr>
        <dsp:cNvPr id="0" name=""/>
        <dsp:cNvSpPr/>
      </dsp:nvSpPr>
      <dsp:spPr>
        <a:xfrm>
          <a:off x="0" y="1900235"/>
          <a:ext cx="9619690" cy="151966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8ADC26-EF26-4F8F-B6E8-535DA93A55AB}">
      <dsp:nvSpPr>
        <dsp:cNvPr id="0" name=""/>
        <dsp:cNvSpPr/>
      </dsp:nvSpPr>
      <dsp:spPr>
        <a:xfrm>
          <a:off x="459699" y="2242161"/>
          <a:ext cx="835817" cy="8358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289F79-D415-49E9-A050-B8126EF9BF7B}">
      <dsp:nvSpPr>
        <dsp:cNvPr id="0" name=""/>
        <dsp:cNvSpPr/>
      </dsp:nvSpPr>
      <dsp:spPr>
        <a:xfrm>
          <a:off x="1755217" y="1900235"/>
          <a:ext cx="7864472" cy="1519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832" tIns="160832" rIns="160832" bIns="16083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>
              <a:latin typeface="Google Sans"/>
            </a:rPr>
            <a:t>When you visit Double Splash, you'll be presented with a grid of photos. You can browse the photos by category, or simply click on a photo to enlarge it.</a:t>
          </a:r>
          <a:endParaRPr lang="en-US" sz="2500" kern="1200" dirty="0">
            <a:latin typeface="Google Sans"/>
          </a:endParaRPr>
        </a:p>
      </dsp:txBody>
      <dsp:txXfrm>
        <a:off x="1755217" y="1900235"/>
        <a:ext cx="7864472" cy="1519668"/>
      </dsp:txXfrm>
    </dsp:sp>
    <dsp:sp modelId="{9EA319A4-822F-4CBA-8B86-404BBCDCE926}">
      <dsp:nvSpPr>
        <dsp:cNvPr id="0" name=""/>
        <dsp:cNvSpPr/>
      </dsp:nvSpPr>
      <dsp:spPr>
        <a:xfrm>
          <a:off x="0" y="3800471"/>
          <a:ext cx="9619690" cy="151966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67B4F5-3964-4B4C-8747-1AFB7C8EA652}">
      <dsp:nvSpPr>
        <dsp:cNvPr id="0" name=""/>
        <dsp:cNvSpPr/>
      </dsp:nvSpPr>
      <dsp:spPr>
        <a:xfrm>
          <a:off x="459699" y="4141747"/>
          <a:ext cx="835817" cy="8358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07B66-5099-4228-805C-AEEB033D5B8A}">
      <dsp:nvSpPr>
        <dsp:cNvPr id="0" name=""/>
        <dsp:cNvSpPr/>
      </dsp:nvSpPr>
      <dsp:spPr>
        <a:xfrm>
          <a:off x="1755217" y="3799821"/>
          <a:ext cx="7864472" cy="1519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832" tIns="160832" rIns="160832" bIns="16083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>
              <a:latin typeface="Google Sans"/>
            </a:rPr>
            <a:t>If you see a photo that you like, you can download it to your computer or share it on social media.</a:t>
          </a:r>
          <a:endParaRPr lang="en-US" sz="2500" kern="1200" dirty="0">
            <a:latin typeface="Google Sans"/>
          </a:endParaRPr>
        </a:p>
      </dsp:txBody>
      <dsp:txXfrm>
        <a:off x="1755217" y="3799821"/>
        <a:ext cx="7864472" cy="15196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10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47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6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8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40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4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14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23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932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4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21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9/30/2023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753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3B0A228-9EA3-4009-A82E-9402BBC72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0D5ECB1-AC85-4830-AF8E-3E8C2A1AC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9113106" cy="6858000"/>
          </a:xfrm>
          <a:custGeom>
            <a:avLst/>
            <a:gdLst>
              <a:gd name="connsiteX0" fmla="*/ 2227781 w 9113106"/>
              <a:gd name="connsiteY0" fmla="*/ 6858000 h 6858000"/>
              <a:gd name="connsiteX1" fmla="*/ 2227781 w 9113106"/>
              <a:gd name="connsiteY1" fmla="*/ 6858000 h 6858000"/>
              <a:gd name="connsiteX2" fmla="*/ 0 w 9113106"/>
              <a:gd name="connsiteY2" fmla="*/ 6858000 h 6858000"/>
              <a:gd name="connsiteX3" fmla="*/ 6010592 w 9113106"/>
              <a:gd name="connsiteY3" fmla="*/ 0 h 6858000"/>
              <a:gd name="connsiteX4" fmla="*/ 6885325 w 9113106"/>
              <a:gd name="connsiteY4" fmla="*/ 0 h 6858000"/>
              <a:gd name="connsiteX5" fmla="*/ 6885325 w 9113106"/>
              <a:gd name="connsiteY5" fmla="*/ 1543809 h 6858000"/>
              <a:gd name="connsiteX6" fmla="*/ 8238373 w 9113106"/>
              <a:gd name="connsiteY6" fmla="*/ 0 h 6858000"/>
              <a:gd name="connsiteX7" fmla="*/ 9113106 w 9113106"/>
              <a:gd name="connsiteY7" fmla="*/ 0 h 6858000"/>
              <a:gd name="connsiteX8" fmla="*/ 9113106 w 9113106"/>
              <a:gd name="connsiteY8" fmla="*/ 6857999 h 6858000"/>
              <a:gd name="connsiteX0" fmla="*/ 2227781 w 9113106"/>
              <a:gd name="connsiteY0" fmla="*/ 6858000 h 6858000"/>
              <a:gd name="connsiteX1" fmla="*/ 2227781 w 9113106"/>
              <a:gd name="connsiteY1" fmla="*/ 6858000 h 6858000"/>
              <a:gd name="connsiteX2" fmla="*/ 0 w 9113106"/>
              <a:gd name="connsiteY2" fmla="*/ 6858000 h 6858000"/>
              <a:gd name="connsiteX3" fmla="*/ 6010592 w 9113106"/>
              <a:gd name="connsiteY3" fmla="*/ 0 h 6858000"/>
              <a:gd name="connsiteX4" fmla="*/ 6885325 w 9113106"/>
              <a:gd name="connsiteY4" fmla="*/ 0 h 6858000"/>
              <a:gd name="connsiteX5" fmla="*/ 8238373 w 9113106"/>
              <a:gd name="connsiteY5" fmla="*/ 0 h 6858000"/>
              <a:gd name="connsiteX6" fmla="*/ 9113106 w 9113106"/>
              <a:gd name="connsiteY6" fmla="*/ 0 h 6858000"/>
              <a:gd name="connsiteX7" fmla="*/ 9113106 w 9113106"/>
              <a:gd name="connsiteY7" fmla="*/ 6857999 h 6858000"/>
              <a:gd name="connsiteX8" fmla="*/ 2227781 w 9113106"/>
              <a:gd name="connsiteY8" fmla="*/ 6858000 h 6858000"/>
              <a:gd name="connsiteX0" fmla="*/ 2227781 w 9113106"/>
              <a:gd name="connsiteY0" fmla="*/ 6858000 h 6858000"/>
              <a:gd name="connsiteX1" fmla="*/ 2227781 w 9113106"/>
              <a:gd name="connsiteY1" fmla="*/ 6858000 h 6858000"/>
              <a:gd name="connsiteX2" fmla="*/ 0 w 9113106"/>
              <a:gd name="connsiteY2" fmla="*/ 6858000 h 6858000"/>
              <a:gd name="connsiteX3" fmla="*/ 6010592 w 9113106"/>
              <a:gd name="connsiteY3" fmla="*/ 0 h 6858000"/>
              <a:gd name="connsiteX4" fmla="*/ 8238373 w 9113106"/>
              <a:gd name="connsiteY4" fmla="*/ 0 h 6858000"/>
              <a:gd name="connsiteX5" fmla="*/ 9113106 w 9113106"/>
              <a:gd name="connsiteY5" fmla="*/ 0 h 6858000"/>
              <a:gd name="connsiteX6" fmla="*/ 9113106 w 9113106"/>
              <a:gd name="connsiteY6" fmla="*/ 6857999 h 6858000"/>
              <a:gd name="connsiteX7" fmla="*/ 2227781 w 9113106"/>
              <a:gd name="connsiteY7" fmla="*/ 6858000 h 6858000"/>
              <a:gd name="connsiteX0" fmla="*/ 2227781 w 9113106"/>
              <a:gd name="connsiteY0" fmla="*/ 6858000 h 6858000"/>
              <a:gd name="connsiteX1" fmla="*/ 2227781 w 9113106"/>
              <a:gd name="connsiteY1" fmla="*/ 6858000 h 6858000"/>
              <a:gd name="connsiteX2" fmla="*/ 0 w 9113106"/>
              <a:gd name="connsiteY2" fmla="*/ 6858000 h 6858000"/>
              <a:gd name="connsiteX3" fmla="*/ 6010592 w 9113106"/>
              <a:gd name="connsiteY3" fmla="*/ 0 h 6858000"/>
              <a:gd name="connsiteX4" fmla="*/ 9113106 w 9113106"/>
              <a:gd name="connsiteY4" fmla="*/ 0 h 6858000"/>
              <a:gd name="connsiteX5" fmla="*/ 9113106 w 9113106"/>
              <a:gd name="connsiteY5" fmla="*/ 6857999 h 6858000"/>
              <a:gd name="connsiteX6" fmla="*/ 2227781 w 9113106"/>
              <a:gd name="connsiteY6" fmla="*/ 6858000 h 6858000"/>
              <a:gd name="connsiteX0" fmla="*/ 9113106 w 9113106"/>
              <a:gd name="connsiteY0" fmla="*/ 6857999 h 6858000"/>
              <a:gd name="connsiteX1" fmla="*/ 2227781 w 9113106"/>
              <a:gd name="connsiteY1" fmla="*/ 6858000 h 6858000"/>
              <a:gd name="connsiteX2" fmla="*/ 0 w 9113106"/>
              <a:gd name="connsiteY2" fmla="*/ 6858000 h 6858000"/>
              <a:gd name="connsiteX3" fmla="*/ 6010592 w 9113106"/>
              <a:gd name="connsiteY3" fmla="*/ 0 h 6858000"/>
              <a:gd name="connsiteX4" fmla="*/ 9113106 w 9113106"/>
              <a:gd name="connsiteY4" fmla="*/ 0 h 6858000"/>
              <a:gd name="connsiteX5" fmla="*/ 9113106 w 9113106"/>
              <a:gd name="connsiteY5" fmla="*/ 6857999 h 6858000"/>
              <a:gd name="connsiteX0" fmla="*/ 9113106 w 9113106"/>
              <a:gd name="connsiteY0" fmla="*/ 6857999 h 6858000"/>
              <a:gd name="connsiteX1" fmla="*/ 0 w 9113106"/>
              <a:gd name="connsiteY1" fmla="*/ 6858000 h 6858000"/>
              <a:gd name="connsiteX2" fmla="*/ 6010592 w 9113106"/>
              <a:gd name="connsiteY2" fmla="*/ 0 h 6858000"/>
              <a:gd name="connsiteX3" fmla="*/ 9113106 w 9113106"/>
              <a:gd name="connsiteY3" fmla="*/ 0 h 6858000"/>
              <a:gd name="connsiteX4" fmla="*/ 9113106 w 9113106"/>
              <a:gd name="connsiteY4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106" h="6858000">
                <a:moveTo>
                  <a:pt x="9113106" y="6857999"/>
                </a:moveTo>
                <a:lnTo>
                  <a:pt x="0" y="6858000"/>
                </a:lnTo>
                <a:lnTo>
                  <a:pt x="6010592" y="0"/>
                </a:lnTo>
                <a:lnTo>
                  <a:pt x="9113106" y="0"/>
                </a:lnTo>
                <a:lnTo>
                  <a:pt x="9113106" y="6857999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CAA390-EF44-698C-35BA-E1DC18D89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101"/>
            <a:ext cx="5202381" cy="1998517"/>
          </a:xfrm>
        </p:spPr>
        <p:txBody>
          <a:bodyPr>
            <a:normAutofit/>
          </a:bodyPr>
          <a:lstStyle/>
          <a:p>
            <a:r>
              <a:rPr lang="en-US" dirty="0"/>
              <a:t>DOUBLE SPLASH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EC0D5-987C-CE2E-666D-B4597B128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70910"/>
            <a:ext cx="2597190" cy="408708"/>
          </a:xfrm>
        </p:spPr>
        <p:txBody>
          <a:bodyPr anchor="b">
            <a:normAutofit/>
          </a:bodyPr>
          <a:lstStyle/>
          <a:p>
            <a:r>
              <a:rPr lang="en-US" sz="2000" dirty="0"/>
              <a:t>A collection of images </a:t>
            </a:r>
          </a:p>
        </p:txBody>
      </p:sp>
      <p:pic>
        <p:nvPicPr>
          <p:cNvPr id="20" name="Picture 3">
            <a:extLst>
              <a:ext uri="{FF2B5EF4-FFF2-40B4-BE49-F238E27FC236}">
                <a16:creationId xmlns:a16="http://schemas.microsoft.com/office/drawing/2014/main" id="{07DDA27E-C5CA-93D5-3EA4-223C2A4C2F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"/>
          <a:stretch/>
        </p:blipFill>
        <p:spPr>
          <a:xfrm>
            <a:off x="3093268" y="10"/>
            <a:ext cx="9098732" cy="6857990"/>
          </a:xfrm>
          <a:custGeom>
            <a:avLst/>
            <a:gdLst/>
            <a:ahLst/>
            <a:cxnLst/>
            <a:rect l="l" t="t" r="r" b="b"/>
            <a:pathLst>
              <a:path w="9098732" h="6858000">
                <a:moveTo>
                  <a:pt x="6010592" y="0"/>
                </a:moveTo>
                <a:lnTo>
                  <a:pt x="8235629" y="4"/>
                </a:lnTo>
                <a:cubicBezTo>
                  <a:pt x="8235629" y="3"/>
                  <a:pt x="8235630" y="3"/>
                  <a:pt x="8235630" y="2"/>
                </a:cubicBezTo>
                <a:lnTo>
                  <a:pt x="9098732" y="0"/>
                </a:lnTo>
                <a:lnTo>
                  <a:pt x="909873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close/>
              </a:path>
            </a:pathLst>
          </a:cu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D1C9DFA-A617-4257-95D3-CE862A146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6675" y="0"/>
            <a:ext cx="6885325" cy="6858000"/>
          </a:xfrm>
          <a:custGeom>
            <a:avLst/>
            <a:gdLst>
              <a:gd name="connsiteX0" fmla="*/ 4456883 w 6885325"/>
              <a:gd name="connsiteY0" fmla="*/ 6858000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4456884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5 w 6885325"/>
              <a:gd name="connsiteY6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5 w 6885325"/>
              <a:gd name="connsiteY5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5325" h="6858000">
                <a:moveTo>
                  <a:pt x="6885325" y="6857999"/>
                </a:moveTo>
                <a:lnTo>
                  <a:pt x="0" y="6858000"/>
                </a:lnTo>
                <a:lnTo>
                  <a:pt x="6010592" y="0"/>
                </a:lnTo>
                <a:lnTo>
                  <a:pt x="6885325" y="0"/>
                </a:lnTo>
                <a:lnTo>
                  <a:pt x="6885325" y="6857999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8C21BDD-592D-5275-E7A8-E6C3BC5D8BB2}"/>
              </a:ext>
            </a:extLst>
          </p:cNvPr>
          <p:cNvSpPr txBox="1">
            <a:spLocks/>
          </p:cNvSpPr>
          <p:nvPr/>
        </p:nvSpPr>
        <p:spPr>
          <a:xfrm>
            <a:off x="9353958" y="6244939"/>
            <a:ext cx="2597190" cy="4087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--Rajib Pokhrel</a:t>
            </a:r>
          </a:p>
        </p:txBody>
      </p:sp>
    </p:spTree>
    <p:extLst>
      <p:ext uri="{BB962C8B-B14F-4D97-AF65-F5344CB8AC3E}">
        <p14:creationId xmlns:p14="http://schemas.microsoft.com/office/powerpoint/2010/main" val="1063709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20E7A4-EC2C-47C8-BE55-65771E3F2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CF23DDA-0D09-4FE5-AE88-EBBE5E024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885325" cy="6858000"/>
          </a:xfrm>
          <a:custGeom>
            <a:avLst/>
            <a:gdLst>
              <a:gd name="connsiteX0" fmla="*/ 4456883 w 6885325"/>
              <a:gd name="connsiteY0" fmla="*/ 6858000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4456884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5 w 6885325"/>
              <a:gd name="connsiteY6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5 w 6885325"/>
              <a:gd name="connsiteY5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5325" h="6858000">
                <a:moveTo>
                  <a:pt x="6885325" y="6857999"/>
                </a:moveTo>
                <a:lnTo>
                  <a:pt x="0" y="6858000"/>
                </a:lnTo>
                <a:lnTo>
                  <a:pt x="6010592" y="0"/>
                </a:lnTo>
                <a:lnTo>
                  <a:pt x="6885325" y="0"/>
                </a:lnTo>
                <a:lnTo>
                  <a:pt x="6885325" y="6857999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E1F5C-B870-ABE7-D3C5-EB1649215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182" y="1203678"/>
            <a:ext cx="4483231" cy="2028707"/>
          </a:xfrm>
        </p:spPr>
        <p:txBody>
          <a:bodyPr anchor="t">
            <a:normAutofit/>
          </a:bodyPr>
          <a:lstStyle/>
          <a:p>
            <a:r>
              <a:rPr lang="en-US" sz="4800" dirty="0"/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C9E71-95E5-1AEB-6322-5159DAD15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3548" y="1446418"/>
            <a:ext cx="5595452" cy="4268582"/>
          </a:xfrm>
        </p:spPr>
        <p:txBody>
          <a:bodyPr anchor="b">
            <a:normAutofit/>
          </a:bodyPr>
          <a:lstStyle/>
          <a:p>
            <a:pPr marL="0" indent="0" algn="r">
              <a:buNone/>
            </a:pPr>
            <a:r>
              <a:rPr lang="en-US" sz="2800" b="0" i="0" dirty="0">
                <a:effectLst/>
                <a:latin typeface="Google Sans"/>
              </a:rPr>
              <a:t>Double Splash is a website that uses the </a:t>
            </a:r>
            <a:r>
              <a:rPr lang="en-US" sz="2800" b="0" i="0" dirty="0" err="1">
                <a:effectLst/>
                <a:latin typeface="Google Sans"/>
              </a:rPr>
              <a:t>Unsplash</a:t>
            </a:r>
            <a:r>
              <a:rPr lang="en-US" sz="2800" b="0" i="0" dirty="0">
                <a:effectLst/>
                <a:latin typeface="Google Sans"/>
              </a:rPr>
              <a:t> API to provide users with a constantly changing stream of high-quality photos. Users can browse the photos by category, or simply let the site surprise them with new images</a:t>
            </a:r>
            <a:endParaRPr lang="en-US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66FD2F-248A-4AA1-8078-E26D6E69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075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294778-47A8-4EEF-9689-F6964D44D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D2A511A-065F-489D-9CF0-FEF36143A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5318060" y="0"/>
            <a:ext cx="6885325" cy="6858000"/>
          </a:xfrm>
          <a:custGeom>
            <a:avLst/>
            <a:gdLst>
              <a:gd name="connsiteX0" fmla="*/ 4456883 w 6885325"/>
              <a:gd name="connsiteY0" fmla="*/ 6858000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4456884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5 w 6885325"/>
              <a:gd name="connsiteY6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5 w 6885325"/>
              <a:gd name="connsiteY5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5325" h="6858000">
                <a:moveTo>
                  <a:pt x="6885325" y="6857999"/>
                </a:moveTo>
                <a:lnTo>
                  <a:pt x="0" y="6858000"/>
                </a:lnTo>
                <a:lnTo>
                  <a:pt x="6010592" y="0"/>
                </a:lnTo>
                <a:lnTo>
                  <a:pt x="6885325" y="0"/>
                </a:lnTo>
                <a:lnTo>
                  <a:pt x="6885325" y="6857999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F626582-88CC-4CA0-8BC6-94550FF9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317267" cy="6858000"/>
          </a:xfrm>
          <a:custGeom>
            <a:avLst/>
            <a:gdLst>
              <a:gd name="connsiteX0" fmla="*/ 0 w 11317267"/>
              <a:gd name="connsiteY0" fmla="*/ 0 h 6858000"/>
              <a:gd name="connsiteX1" fmla="*/ 11317267 w 11317267"/>
              <a:gd name="connsiteY1" fmla="*/ 0 h 6858000"/>
              <a:gd name="connsiteX2" fmla="*/ 5306679 w 11317267"/>
              <a:gd name="connsiteY2" fmla="*/ 6857996 h 6858000"/>
              <a:gd name="connsiteX3" fmla="*/ 5306677 w 11317267"/>
              <a:gd name="connsiteY3" fmla="*/ 6857998 h 6858000"/>
              <a:gd name="connsiteX4" fmla="*/ 5306675 w 11317267"/>
              <a:gd name="connsiteY4" fmla="*/ 6858000 h 6858000"/>
              <a:gd name="connsiteX5" fmla="*/ 0 w 1131726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17267" h="6858000">
                <a:moveTo>
                  <a:pt x="0" y="0"/>
                </a:moveTo>
                <a:lnTo>
                  <a:pt x="11317267" y="0"/>
                </a:lnTo>
                <a:lnTo>
                  <a:pt x="5306679" y="6857996"/>
                </a:lnTo>
                <a:cubicBezTo>
                  <a:pt x="5306679" y="6857997"/>
                  <a:pt x="5306677" y="6857997"/>
                  <a:pt x="5306677" y="6857998"/>
                </a:cubicBezTo>
                <a:lnTo>
                  <a:pt x="530667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A1F55-3F87-FFC2-50A6-C0564EE5A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822" y="872937"/>
            <a:ext cx="8092463" cy="1360898"/>
          </a:xfrm>
        </p:spPr>
        <p:txBody>
          <a:bodyPr>
            <a:normAutofit/>
          </a:bodyPr>
          <a:lstStyle/>
          <a:p>
            <a:r>
              <a:rPr lang="en-US" sz="4800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2CE88-D587-C137-54DC-3B59AAC78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822" y="2332028"/>
            <a:ext cx="5115812" cy="41657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0" i="0" dirty="0">
                <a:effectLst/>
                <a:latin typeface="Google Sans"/>
              </a:rPr>
              <a:t>I was inspired to create Double Splash because I love photography and I wanted to find a way to make it more accessible to people. I also wanted to create a website that was simple and easy to use, so that anyone could enjoy it.</a:t>
            </a:r>
          </a:p>
        </p:txBody>
      </p:sp>
      <p:pic>
        <p:nvPicPr>
          <p:cNvPr id="7" name="Graphic 6" descr="Camera">
            <a:extLst>
              <a:ext uri="{FF2B5EF4-FFF2-40B4-BE49-F238E27FC236}">
                <a16:creationId xmlns:a16="http://schemas.microsoft.com/office/drawing/2014/main" id="{228C8763-A2BD-9847-350E-27E29073F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2550" y="3428999"/>
            <a:ext cx="2785533" cy="278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330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20E7A4-EC2C-47C8-BE55-65771E3F2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7F62D59-F5C8-4B91-BC19-4561C2CBF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5306675" y="0"/>
            <a:ext cx="6885325" cy="6858000"/>
          </a:xfrm>
          <a:custGeom>
            <a:avLst/>
            <a:gdLst>
              <a:gd name="connsiteX0" fmla="*/ 4456883 w 6885325"/>
              <a:gd name="connsiteY0" fmla="*/ 6858000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4456884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5 w 6885325"/>
              <a:gd name="connsiteY6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5 w 6885325"/>
              <a:gd name="connsiteY5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5325" h="6858000">
                <a:moveTo>
                  <a:pt x="6885325" y="6857999"/>
                </a:moveTo>
                <a:lnTo>
                  <a:pt x="0" y="6858000"/>
                </a:lnTo>
                <a:lnTo>
                  <a:pt x="6010592" y="0"/>
                </a:lnTo>
                <a:lnTo>
                  <a:pt x="6885325" y="0"/>
                </a:lnTo>
                <a:lnTo>
                  <a:pt x="6885325" y="6857999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781BA-1550-1EB1-9F08-879858424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71" y="398208"/>
            <a:ext cx="4951997" cy="949259"/>
          </a:xfrm>
        </p:spPr>
        <p:txBody>
          <a:bodyPr anchor="b">
            <a:noAutofit/>
          </a:bodyPr>
          <a:lstStyle/>
          <a:p>
            <a:pPr algn="r"/>
            <a:r>
              <a:rPr lang="en-US" sz="4800" dirty="0"/>
              <a:t>HOW IT WORKS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766FD2F-248A-4AA1-8078-E26D6E69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30D3AF8-F3F6-5187-3822-1D0901F8F8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2874341"/>
              </p:ext>
            </p:extLst>
          </p:nvPr>
        </p:nvGraphicFramePr>
        <p:xfrm>
          <a:off x="825539" y="1347467"/>
          <a:ext cx="9619690" cy="5320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4424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54F20867-41B0-484D-9DA7-0FC742D31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2712B839-088B-4F97-96A4-6FAA8E3D1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3870" y="-2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3">
            <a:extLst>
              <a:ext uri="{FF2B5EF4-FFF2-40B4-BE49-F238E27FC236}">
                <a16:creationId xmlns:a16="http://schemas.microsoft.com/office/drawing/2014/main" id="{789BAF08-0AD0-4642-9767-4D53853C5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9527" y="0"/>
            <a:ext cx="6899617" cy="6858000"/>
          </a:xfrm>
          <a:custGeom>
            <a:avLst/>
            <a:gdLst>
              <a:gd name="connsiteX0" fmla="*/ 6010592 w 6899617"/>
              <a:gd name="connsiteY0" fmla="*/ 0 h 6858000"/>
              <a:gd name="connsiteX1" fmla="*/ 6036517 w 6899617"/>
              <a:gd name="connsiteY1" fmla="*/ 0 h 6858000"/>
              <a:gd name="connsiteX2" fmla="*/ 6899617 w 6899617"/>
              <a:gd name="connsiteY2" fmla="*/ 0 h 6858000"/>
              <a:gd name="connsiteX3" fmla="*/ 6899617 w 6899617"/>
              <a:gd name="connsiteY3" fmla="*/ 1529274 h 6858000"/>
              <a:gd name="connsiteX4" fmla="*/ 6899617 w 6899617"/>
              <a:gd name="connsiteY4" fmla="*/ 6858000 h 6858000"/>
              <a:gd name="connsiteX5" fmla="*/ 2229334 w 6899617"/>
              <a:gd name="connsiteY5" fmla="*/ 6858000 h 6858000"/>
              <a:gd name="connsiteX6" fmla="*/ 25925 w 6899617"/>
              <a:gd name="connsiteY6" fmla="*/ 6858000 h 6858000"/>
              <a:gd name="connsiteX7" fmla="*/ 0 w 689961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99617" h="6858000">
                <a:moveTo>
                  <a:pt x="6010592" y="0"/>
                </a:moveTo>
                <a:lnTo>
                  <a:pt x="6036517" y="0"/>
                </a:lnTo>
                <a:lnTo>
                  <a:pt x="6899617" y="0"/>
                </a:lnTo>
                <a:lnTo>
                  <a:pt x="6899617" y="1529274"/>
                </a:lnTo>
                <a:lnTo>
                  <a:pt x="6899617" y="6858000"/>
                </a:lnTo>
                <a:lnTo>
                  <a:pt x="2229334" y="6858000"/>
                </a:lnTo>
                <a:lnTo>
                  <a:pt x="2592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63205-C111-CA2D-DD20-7F35AD0E4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203" y="285330"/>
            <a:ext cx="5946290" cy="823034"/>
          </a:xfrm>
        </p:spPr>
        <p:txBody>
          <a:bodyPr>
            <a:normAutofit/>
          </a:bodyPr>
          <a:lstStyle/>
          <a:p>
            <a:r>
              <a:rPr lang="en-US" sz="4800" b="0" i="0" dirty="0">
                <a:effectLst/>
              </a:rPr>
              <a:t>Features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51D3E-542A-F45A-8446-289BB50B7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203" y="1393693"/>
            <a:ext cx="6700233" cy="531190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0" i="0" dirty="0">
                <a:effectLst/>
                <a:latin typeface="Google Sans"/>
              </a:rPr>
              <a:t>Double Splash has a number of features, including: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sz="2800" b="0" i="0" dirty="0">
                <a:effectLst/>
                <a:latin typeface="Google Sans"/>
              </a:rPr>
              <a:t> A constantly changing stream of high-quality photos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sz="2800" b="0" i="0" dirty="0">
                <a:effectLst/>
                <a:latin typeface="Google Sans"/>
              </a:rPr>
              <a:t> The ability to browse photos by category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sz="2800" b="0" i="0" dirty="0">
                <a:effectLst/>
                <a:latin typeface="Google Sans"/>
              </a:rPr>
              <a:t> The ability to download photos or share them on social media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sz="2800" b="0" i="0" dirty="0">
                <a:effectLst/>
                <a:latin typeface="Google Sans"/>
              </a:rPr>
              <a:t> A simple and easy-to-use interface</a:t>
            </a:r>
          </a:p>
          <a:p>
            <a:pPr>
              <a:lnSpc>
                <a:spcPct val="110000"/>
              </a:lnSpc>
            </a:pPr>
            <a:endParaRPr lang="en-US" sz="2800" dirty="0"/>
          </a:p>
        </p:txBody>
      </p:sp>
      <p:pic>
        <p:nvPicPr>
          <p:cNvPr id="19" name="Graphic 6" descr="Splash">
            <a:extLst>
              <a:ext uri="{FF2B5EF4-FFF2-40B4-BE49-F238E27FC236}">
                <a16:creationId xmlns:a16="http://schemas.microsoft.com/office/drawing/2014/main" id="{E5176611-48D6-842A-69F5-A07D7FD07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1045" y="3223611"/>
            <a:ext cx="2817487" cy="281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903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685B57F6-59DE-4274-A37C-F47FE4E4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C8C63406-9171-4282-BAAB-2DDC6831F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3870" y="-2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DDB385-EC2E-5702-C3A2-741F70A5D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7" y="265569"/>
            <a:ext cx="5920740" cy="900445"/>
          </a:xfrm>
        </p:spPr>
        <p:txBody>
          <a:bodyPr>
            <a:normAutofit/>
          </a:bodyPr>
          <a:lstStyle/>
          <a:p>
            <a:r>
              <a:rPr lang="en-US" sz="4800" dirty="0"/>
              <a:t>BENEFITS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51BFE-A07C-380C-51FC-A624BB24B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7" y="1508912"/>
            <a:ext cx="7349835" cy="38401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0" i="0" dirty="0">
                <a:effectLst/>
                <a:latin typeface="Google Sans"/>
              </a:rPr>
              <a:t>Double Splash offers a number of benefits, including: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b="0" i="0" dirty="0">
                <a:effectLst/>
                <a:latin typeface="Google Sans"/>
              </a:rPr>
              <a:t> It provides users with access to a wide range    of high-quality photos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b="0" i="0" dirty="0">
                <a:effectLst/>
                <a:latin typeface="Google Sans"/>
              </a:rPr>
              <a:t> It is easy to use and navigate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b="0" i="0" dirty="0">
                <a:effectLst/>
                <a:latin typeface="Google Sans"/>
              </a:rPr>
              <a:t> It is free to use</a:t>
            </a:r>
          </a:p>
          <a:p>
            <a:endParaRPr lang="en-US" dirty="0"/>
          </a:p>
        </p:txBody>
      </p:sp>
      <p:pic>
        <p:nvPicPr>
          <p:cNvPr id="19" name="Picture 4" descr="Interior of dark warehouse">
            <a:extLst>
              <a:ext uri="{FF2B5EF4-FFF2-40B4-BE49-F238E27FC236}">
                <a16:creationId xmlns:a16="http://schemas.microsoft.com/office/drawing/2014/main" id="{ED17EAEE-16B1-CDC0-CDAF-F17C699E7A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26228" r="17081"/>
          <a:stretch/>
        </p:blipFill>
        <p:spPr>
          <a:xfrm>
            <a:off x="5280193" y="10"/>
            <a:ext cx="6911808" cy="6857990"/>
          </a:xfrm>
          <a:custGeom>
            <a:avLst/>
            <a:gdLst/>
            <a:ahLst/>
            <a:cxnLst/>
            <a:rect l="l" t="t" r="r" b="b"/>
            <a:pathLst>
              <a:path w="6911808" h="6858000">
                <a:moveTo>
                  <a:pt x="6001291" y="0"/>
                </a:moveTo>
                <a:lnTo>
                  <a:pt x="6010593" y="0"/>
                </a:lnTo>
                <a:lnTo>
                  <a:pt x="6911808" y="0"/>
                </a:lnTo>
                <a:lnTo>
                  <a:pt x="6911808" y="6858000"/>
                </a:lnTo>
                <a:lnTo>
                  <a:pt x="6094479" y="6858000"/>
                </a:lnTo>
                <a:lnTo>
                  <a:pt x="6001291" y="6858000"/>
                </a:lnTo>
                <a:lnTo>
                  <a:pt x="2229335" y="6858000"/>
                </a:lnTo>
                <a:lnTo>
                  <a:pt x="1633138" y="6858000"/>
                </a:lnTo>
                <a:lnTo>
                  <a:pt x="0" y="6858000"/>
                </a:lnTo>
                <a:lnTo>
                  <a:pt x="6001291" y="1061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35963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8E1D31-3AF2-4B28-A358-E6FC351B4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E8446B7-95E0-46F7-A2E2-5A2971C5C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71416" y="0"/>
            <a:ext cx="6820584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53D02AD-95A0-43E3-8BD7-06B72D8D3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8743" y="0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ot air balloon taking off in desert under Milky Way">
            <a:extLst>
              <a:ext uri="{FF2B5EF4-FFF2-40B4-BE49-F238E27FC236}">
                <a16:creationId xmlns:a16="http://schemas.microsoft.com/office/drawing/2014/main" id="{190FA8E2-46E3-19F5-717D-47CBD9A287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25891" b="-2"/>
          <a:stretch/>
        </p:blipFill>
        <p:spPr>
          <a:xfrm>
            <a:off x="4634621" y="48501"/>
            <a:ext cx="7557379" cy="6857990"/>
          </a:xfrm>
          <a:custGeom>
            <a:avLst/>
            <a:gdLst/>
            <a:ahLst/>
            <a:cxnLst/>
            <a:rect l="l" t="t" r="r" b="b"/>
            <a:pathLst>
              <a:path w="7557379" h="6858000">
                <a:moveTo>
                  <a:pt x="62130" y="0"/>
                </a:moveTo>
                <a:lnTo>
                  <a:pt x="7557379" y="0"/>
                </a:lnTo>
                <a:lnTo>
                  <a:pt x="755737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736812" y="6857999"/>
                </a:lnTo>
                <a:lnTo>
                  <a:pt x="6722464" y="3"/>
                </a:lnTo>
                <a:lnTo>
                  <a:pt x="7041779" y="1"/>
                </a:lnTo>
                <a:lnTo>
                  <a:pt x="62130" y="1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C02E9E-9874-5897-9066-D3B329CF0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2073" y="4861558"/>
            <a:ext cx="3816927" cy="853441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4800" b="0" i="0" dirty="0">
                <a:solidFill>
                  <a:srgbClr val="FFFFFF"/>
                </a:solidFill>
                <a:effectLst/>
              </a:rPr>
              <a:t>CONCLUSION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DB54-E5E3-295B-6016-D2CD9BC13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1" y="1143001"/>
            <a:ext cx="7710054" cy="36804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0" i="0" dirty="0">
                <a:effectLst/>
                <a:latin typeface="Google Sans"/>
              </a:rPr>
              <a:t>I believe that Double Splash is a valuable resource for anyone who loves photography. It is a great way to find new and interesting photos, and it is also a great way to learn more about photography.</a:t>
            </a:r>
            <a:br>
              <a:rPr lang="en-US" sz="2800" dirty="0"/>
            </a:br>
            <a:endParaRPr lang="en-US" sz="28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7D6E7EA-83E9-4681-9DA2-B56BAE75E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134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9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1">
            <a:extLst>
              <a:ext uri="{FF2B5EF4-FFF2-40B4-BE49-F238E27FC236}">
                <a16:creationId xmlns:a16="http://schemas.microsoft.com/office/drawing/2014/main" id="{3F51EE1E-6258-4F09-963A-853315C6F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D7C33-5D8A-A618-46B1-1C9401EBD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90351"/>
            <a:ext cx="5999018" cy="1208917"/>
          </a:xfrm>
        </p:spPr>
        <p:txBody>
          <a:bodyPr>
            <a:normAutofit/>
          </a:bodyPr>
          <a:lstStyle/>
          <a:p>
            <a:r>
              <a:rPr lang="en-US" sz="4800" dirty="0"/>
              <a:t>FUTURE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36A89-1BE3-C093-3C32-682AC50AA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64285"/>
            <a:ext cx="6587835" cy="3814077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800" b="0" i="0" dirty="0">
                <a:effectLst/>
                <a:latin typeface="Google Sans"/>
              </a:rPr>
              <a:t>I plan to continue developing Double Splash in the future. I would like to add more features, such as the ability to search for photos by speech and the ability to create albums.</a:t>
            </a:r>
          </a:p>
          <a:p>
            <a:pPr marL="0" indent="0">
              <a:buNone/>
            </a:pPr>
            <a:r>
              <a:rPr lang="en-US" sz="2800" b="0" i="0" dirty="0">
                <a:effectLst/>
                <a:latin typeface="Google Sans"/>
              </a:rPr>
              <a:t>I would also like to make Double Splash more accessible to people with disabilities.</a:t>
            </a:r>
          </a:p>
          <a:p>
            <a:endParaRPr lang="en-US" sz="2800" dirty="0"/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24EDFA41-81B6-A167-015A-E1C81B59B6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28"/>
          <a:stretch/>
        </p:blipFill>
        <p:spPr>
          <a:xfrm>
            <a:off x="7857310" y="2085067"/>
            <a:ext cx="3327437" cy="3019496"/>
          </a:xfrm>
          <a:prstGeom prst="rect">
            <a:avLst/>
          </a:prstGeom>
        </p:spPr>
      </p:pic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7FA07B03-7E5B-4F33-A494-D72BC5BE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964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AB20E7A4-EC2C-47C8-BE55-65771E3F2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2C1892C0-2D0F-43AD-8262-C52412CA7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02534" cy="6858000"/>
          </a:xfrm>
          <a:custGeom>
            <a:avLst/>
            <a:gdLst>
              <a:gd name="connsiteX0" fmla="*/ 0 w 9102534"/>
              <a:gd name="connsiteY0" fmla="*/ 0 h 6858000"/>
              <a:gd name="connsiteX1" fmla="*/ 9102534 w 9102534"/>
              <a:gd name="connsiteY1" fmla="*/ 0 h 6858000"/>
              <a:gd name="connsiteX2" fmla="*/ 9102532 w 9102534"/>
              <a:gd name="connsiteY2" fmla="*/ 2 h 6858000"/>
              <a:gd name="connsiteX3" fmla="*/ 9102531 w 9102534"/>
              <a:gd name="connsiteY3" fmla="*/ 4 h 6858000"/>
              <a:gd name="connsiteX4" fmla="*/ 3091942 w 9102534"/>
              <a:gd name="connsiteY4" fmla="*/ 6858000 h 6858000"/>
              <a:gd name="connsiteX5" fmla="*/ 0 w 9102534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02534" h="6858000">
                <a:moveTo>
                  <a:pt x="0" y="0"/>
                </a:moveTo>
                <a:lnTo>
                  <a:pt x="9102534" y="0"/>
                </a:lnTo>
                <a:lnTo>
                  <a:pt x="9102532" y="2"/>
                </a:lnTo>
                <a:cubicBezTo>
                  <a:pt x="9102532" y="3"/>
                  <a:pt x="9102531" y="3"/>
                  <a:pt x="9102531" y="4"/>
                </a:cubicBezTo>
                <a:lnTo>
                  <a:pt x="309194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79AF1-0099-2CA8-39D0-BCB6FFB4E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203678"/>
            <a:ext cx="4524829" cy="902212"/>
          </a:xfrm>
        </p:spPr>
        <p:txBody>
          <a:bodyPr anchor="t">
            <a:normAutofit/>
          </a:bodyPr>
          <a:lstStyle/>
          <a:p>
            <a:r>
              <a:rPr lang="en-US" sz="4800" b="0" i="0" dirty="0">
                <a:effectLst/>
                <a:latin typeface="Google Sans"/>
              </a:rPr>
              <a:t>THANK YOU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D49AE-3A2B-D433-E9C8-75A8B8325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4982" y="3768437"/>
            <a:ext cx="7904018" cy="1946564"/>
          </a:xfrm>
        </p:spPr>
        <p:txBody>
          <a:bodyPr anchor="b">
            <a:normAutofit/>
          </a:bodyPr>
          <a:lstStyle/>
          <a:p>
            <a:pPr marL="0" indent="0" algn="ctr">
              <a:buNone/>
            </a:pPr>
            <a:r>
              <a:rPr lang="en-US" sz="2800" b="0" i="0" dirty="0">
                <a:effectLst/>
                <a:latin typeface="Google Sans"/>
              </a:rPr>
              <a:t>Thank you for listening to my presentation. I hope you learned something about Double Splash and I hope you'll visit the website sometime.</a:t>
            </a:r>
          </a:p>
        </p:txBody>
      </p:sp>
      <p:cxnSp>
        <p:nvCxnSpPr>
          <p:cNvPr id="16" name="Straight Connector 11">
            <a:extLst>
              <a:ext uri="{FF2B5EF4-FFF2-40B4-BE49-F238E27FC236}">
                <a16:creationId xmlns:a16="http://schemas.microsoft.com/office/drawing/2014/main" id="{1766FD2F-248A-4AA1-8078-E26D6E69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9348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gattaVTI">
  <a:themeElements>
    <a:clrScheme name="Regatta Yellow">
      <a:dk1>
        <a:sysClr val="windowText" lastClr="000000"/>
      </a:dk1>
      <a:lt1>
        <a:sysClr val="window" lastClr="FFFFFF"/>
      </a:lt1>
      <a:dk2>
        <a:srgbClr val="181C30"/>
      </a:dk2>
      <a:lt2>
        <a:srgbClr val="C8E1F4"/>
      </a:lt2>
      <a:accent1>
        <a:srgbClr val="217ED3"/>
      </a:accent1>
      <a:accent2>
        <a:srgbClr val="B92525"/>
      </a:accent2>
      <a:accent3>
        <a:srgbClr val="18558C"/>
      </a:accent3>
      <a:accent4>
        <a:srgbClr val="1D8B35"/>
      </a:accent4>
      <a:accent5>
        <a:srgbClr val="EA75AA"/>
      </a:accent5>
      <a:accent6>
        <a:srgbClr val="F5A700"/>
      </a:accent6>
      <a:hlink>
        <a:srgbClr val="DB0000"/>
      </a:hlink>
      <a:folHlink>
        <a:srgbClr val="066BB6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390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Google Sans</vt:lpstr>
      <vt:lpstr>Walbaum Display</vt:lpstr>
      <vt:lpstr>Wingdings</vt:lpstr>
      <vt:lpstr>RegattaVTI</vt:lpstr>
      <vt:lpstr>DOUBLE SPLASH</vt:lpstr>
      <vt:lpstr>DESCRIPTION</vt:lpstr>
      <vt:lpstr>MOTIVATION</vt:lpstr>
      <vt:lpstr>HOW IT WORKS</vt:lpstr>
      <vt:lpstr>Features</vt:lpstr>
      <vt:lpstr>BENEFITS</vt:lpstr>
      <vt:lpstr>CONCLUSION</vt:lpstr>
      <vt:lpstr>FUTURE PLANS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DOUBLE SPLASH</dc:title>
  <dc:creator>Rajib Pokhrel</dc:creator>
  <cp:lastModifiedBy>Rajib Pokhrel</cp:lastModifiedBy>
  <cp:revision>2</cp:revision>
  <dcterms:created xsi:type="dcterms:W3CDTF">2023-09-30T11:16:25Z</dcterms:created>
  <dcterms:modified xsi:type="dcterms:W3CDTF">2023-09-30T11:59:38Z</dcterms:modified>
</cp:coreProperties>
</file>